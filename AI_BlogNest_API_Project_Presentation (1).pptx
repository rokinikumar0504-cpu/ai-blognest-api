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46720" y="0"/>
            <a:ext cx="4144975" cy="6858000"/>
          </a:xfrm>
          <a:prstGeom prst="rect">
            <a:avLst/>
          </a:prstGeom>
          <a:solidFill>
            <a:srgbClr val="2A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0" y="0"/>
            <a:ext cx="3504895" cy="6858000"/>
          </a:xfrm>
          <a:prstGeom prst="rect">
            <a:avLst/>
          </a:prstGeom>
          <a:solidFill>
            <a:srgbClr val="229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7498079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Aptos Display"/>
              </a:defRPr>
            </a:pPr>
            <a:r>
              <a:t>AI BlogNest – API</a:t>
            </a:r>
          </a:p>
          <a:p>
            <a:pPr>
              <a:spcBef>
                <a:spcPts val="1600"/>
              </a:spcBef>
              <a:defRPr sz="2400">
                <a:solidFill>
                  <a:srgbClr val="E0EBFA"/>
                </a:solidFill>
                <a:latin typeface="Aptos"/>
              </a:defRPr>
            </a:pPr>
            <a:r>
              <a:t>AI-Powered Blog Content Generation System</a:t>
            </a:r>
          </a:p>
          <a:p>
            <a:pPr>
              <a:spcBef>
                <a:spcPts val="2800"/>
              </a:spcBef>
              <a:defRPr sz="1600" b="1">
                <a:solidFill>
                  <a:srgbClr val="BED7F5"/>
                </a:solidFill>
                <a:latin typeface="Aptos"/>
              </a:defRPr>
            </a:pPr>
            <a:r>
              <a:t>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257800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FFFFF"/>
                </a:solidFill>
                <a:latin typeface="Aptos"/>
              </a:defRPr>
            </a:pPr>
            <a:r>
              <a:t>Presented by: [Your Name]   |   Department: Computer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2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l"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1.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C7D"/>
                </a:solidFill>
                <a:latin typeface="Aptos"/>
              </a:defRPr>
            </a:pPr>
            <a:r>
              <a:t>AI BlogNest – API  |  Project Presentation                                        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789920" cy="5029200"/>
          </a:xfrm>
          <a:prstGeom prst="rect">
            <a:avLst/>
          </a:prstGeom>
          <a:noFill/>
        </p:spPr>
        <p:txBody>
          <a:bodyPr wrap="square" lIns="137160" tIns="91440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26303E"/>
                </a:solidFill>
                <a:latin typeface="Aptos"/>
              </a:defRPr>
            </a:pPr>
            <a:r>
              <a:t>AI BlogNest is a web-based application that helps users create blog content with the support of Artificial Intelligence.</a:t>
            </a:r>
          </a:p>
          <a:p>
            <a:pPr>
              <a:spcAft>
                <a:spcPts val="1500"/>
              </a:spcAft>
              <a:defRPr sz="2100">
                <a:solidFill>
                  <a:srgbClr val="26303E"/>
                </a:solidFill>
                <a:latin typeface="Aptos"/>
              </a:defRPr>
            </a:pPr>
            <a:r>
              <a:t>Users enter a topic, and the system generates a suitable title and draft content.</a:t>
            </a:r>
          </a:p>
          <a:p>
            <a:pPr>
              <a:spcAft>
                <a:spcPts val="1500"/>
              </a:spcAft>
              <a:defRPr sz="2100">
                <a:solidFill>
                  <a:srgbClr val="26303E"/>
                </a:solidFill>
                <a:latin typeface="Aptos"/>
              </a:defRPr>
            </a:pPr>
            <a:r>
              <a:t>The backend API connects the user interface, AI service, and database.</a:t>
            </a:r>
          </a:p>
          <a:p>
            <a:pPr>
              <a:spcAft>
                <a:spcPts val="1500"/>
              </a:spcAft>
              <a:defRPr sz="2100">
                <a:solidFill>
                  <a:srgbClr val="26303E"/>
                </a:solidFill>
                <a:latin typeface="Aptos"/>
              </a:defRPr>
            </a:pPr>
            <a:r>
              <a:t>The project aims to make blog writing faster, easier, and more organized.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2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l"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2. 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C7D"/>
                </a:solidFill>
                <a:latin typeface="Aptos"/>
              </a:defRPr>
            </a:pPr>
            <a:r>
              <a:t>AI BlogNest – API  |  Project Presentation                                        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789920" cy="5029200"/>
          </a:xfrm>
          <a:prstGeom prst="rect">
            <a:avLst/>
          </a:prstGeom>
          <a:noFill/>
        </p:spPr>
        <p:txBody>
          <a:bodyPr wrap="square" lIns="137160" tIns="91440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26303E"/>
                </a:solidFill>
                <a:latin typeface="Aptos"/>
              </a:defRPr>
            </a:pPr>
            <a:r>
              <a:t>AI BlogNest – API is designed to simplify the process of creating digital blog content.</a:t>
            </a:r>
          </a:p>
          <a:p>
            <a:pPr>
              <a:spcAft>
                <a:spcPts val="1500"/>
              </a:spcAft>
              <a:defRPr sz="2000">
                <a:solidFill>
                  <a:srgbClr val="26303E"/>
                </a:solidFill>
                <a:latin typeface="Aptos"/>
              </a:defRPr>
            </a:pPr>
            <a:r>
              <a:t>The application accepts a topic from the user and sends it to an AI-powered generation endpoint.</a:t>
            </a:r>
          </a:p>
          <a:p>
            <a:pPr>
              <a:spcAft>
                <a:spcPts val="1500"/>
              </a:spcAft>
              <a:defRPr sz="2000">
                <a:solidFill>
                  <a:srgbClr val="26303E"/>
                </a:solidFill>
                <a:latin typeface="Aptos"/>
              </a:defRPr>
            </a:pPr>
            <a:r>
              <a:t>Generated blog drafts can be saved and retrieved through REST API routes.</a:t>
            </a:r>
          </a:p>
          <a:p>
            <a:pPr>
              <a:spcAft>
                <a:spcPts val="1500"/>
              </a:spcAft>
              <a:defRPr sz="2000">
                <a:solidFill>
                  <a:srgbClr val="26303E"/>
                </a:solidFill>
                <a:latin typeface="Aptos"/>
              </a:defRPr>
            </a:pPr>
            <a:r>
              <a:t>Node.js and Express.js manage server operations, while MongoDB stores blog records.</a:t>
            </a:r>
          </a:p>
          <a:p>
            <a:pPr>
              <a:spcAft>
                <a:spcPts val="1500"/>
              </a:spcAft>
              <a:defRPr sz="2000">
                <a:solidFill>
                  <a:srgbClr val="26303E"/>
                </a:solidFill>
                <a:latin typeface="Aptos"/>
              </a:defRPr>
            </a:pPr>
            <a:r>
              <a:t>The system provides a foundation for efficient content creation and future improvements.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2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l"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3.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C7D"/>
                </a:solidFill>
                <a:latin typeface="Aptos"/>
              </a:defRPr>
            </a:pPr>
            <a:r>
              <a:t>AI BlogNest – API  |  Project Presentation                                        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789920" cy="5029200"/>
          </a:xfrm>
          <a:prstGeom prst="rect">
            <a:avLst/>
          </a:prstGeom>
          <a:noFill/>
        </p:spPr>
        <p:txBody>
          <a:bodyPr wrap="square" lIns="137160" tIns="91440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26303E"/>
                </a:solidFill>
                <a:latin typeface="Aptos"/>
              </a:defRPr>
            </a:pPr>
            <a:r>
              <a:t>Writing blog articles manually can require considerable time and effort.</a:t>
            </a:r>
          </a:p>
          <a:p>
            <a:pPr>
              <a:spcAft>
                <a:spcPts val="1500"/>
              </a:spcAft>
              <a:defRPr sz="2100">
                <a:solidFill>
                  <a:srgbClr val="26303E"/>
                </a:solidFill>
                <a:latin typeface="Aptos"/>
              </a:defRPr>
            </a:pPr>
            <a:r>
              <a:t>Users may find it difficult to develop titles, organize ideas, and prepare a first draft.</a:t>
            </a:r>
          </a:p>
          <a:p>
            <a:pPr>
              <a:spcAft>
                <a:spcPts val="1500"/>
              </a:spcAft>
              <a:defRPr sz="2100">
                <a:solidFill>
                  <a:srgbClr val="26303E"/>
                </a:solidFill>
                <a:latin typeface="Aptos"/>
              </a:defRPr>
            </a:pPr>
            <a:r>
              <a:t>Managing generated content separately can make retrieval and reuse inconvenient.</a:t>
            </a:r>
          </a:p>
          <a:p>
            <a:pPr>
              <a:spcAft>
                <a:spcPts val="1500"/>
              </a:spcAft>
              <a:defRPr sz="2100">
                <a:solidFill>
                  <a:srgbClr val="26303E"/>
                </a:solidFill>
                <a:latin typeface="Aptos"/>
              </a:defRPr>
            </a:pPr>
            <a:r>
              <a:t>A simple system is needed to assist with drafting and storing blog content in one workflow.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2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l"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4.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C7D"/>
                </a:solidFill>
                <a:latin typeface="Aptos"/>
              </a:defRPr>
            </a:pPr>
            <a:r>
              <a:t>AI BlogNest – API  |  Project Presentation                                        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789920" cy="5029200"/>
          </a:xfrm>
          <a:prstGeom prst="rect">
            <a:avLst/>
          </a:prstGeom>
          <a:noFill/>
        </p:spPr>
        <p:txBody>
          <a:bodyPr wrap="square" lIns="137160" tIns="91440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26303E"/>
                </a:solidFill>
                <a:latin typeface="Aptos"/>
              </a:defRPr>
            </a:pPr>
            <a:r>
              <a:t>Generate an initial blog draft from a user-provided topic.</a:t>
            </a:r>
          </a:p>
          <a:p>
            <a:pPr>
              <a:spcAft>
                <a:spcPts val="1500"/>
              </a:spcAft>
              <a:defRPr sz="2100">
                <a:solidFill>
                  <a:srgbClr val="26303E"/>
                </a:solidFill>
                <a:latin typeface="Aptos"/>
              </a:defRPr>
            </a:pPr>
            <a:r>
              <a:t>Provide API endpoints for generating, saving, viewing, updating, and deleting blogs.</a:t>
            </a:r>
          </a:p>
          <a:p>
            <a:pPr>
              <a:spcAft>
                <a:spcPts val="1500"/>
              </a:spcAft>
              <a:defRPr sz="2100">
                <a:solidFill>
                  <a:srgbClr val="26303E"/>
                </a:solidFill>
                <a:latin typeface="Aptos"/>
              </a:defRPr>
            </a:pPr>
            <a:r>
              <a:t>Store blog details in a database for later retrieval.</a:t>
            </a:r>
          </a:p>
          <a:p>
            <a:pPr>
              <a:spcAft>
                <a:spcPts val="1500"/>
              </a:spcAft>
              <a:defRPr sz="2100">
                <a:solidFill>
                  <a:srgbClr val="26303E"/>
                </a:solidFill>
                <a:latin typeface="Aptos"/>
              </a:defRPr>
            </a:pPr>
            <a:r>
              <a:t>Offer a simple interface that communicates with the backend API.</a:t>
            </a:r>
          </a:p>
          <a:p>
            <a:pPr>
              <a:spcAft>
                <a:spcPts val="1500"/>
              </a:spcAft>
              <a:defRPr sz="2100">
                <a:solidFill>
                  <a:srgbClr val="26303E"/>
                </a:solidFill>
                <a:latin typeface="Aptos"/>
              </a:defRPr>
            </a:pPr>
            <a:r>
              <a:t>Create a modular foundation that can be extended with more AI and publishing features.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2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l"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5. Existing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C7D"/>
                </a:solidFill>
                <a:latin typeface="Aptos"/>
              </a:defRPr>
            </a:pPr>
            <a:r>
              <a:t>AI BlogNest – API  |  Project Presentation                                        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789920" cy="5029200"/>
          </a:xfrm>
          <a:prstGeom prst="rect">
            <a:avLst/>
          </a:prstGeom>
          <a:noFill/>
        </p:spPr>
        <p:txBody>
          <a:bodyPr wrap="square" lIns="137160" tIns="91440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26303E"/>
                </a:solidFill>
                <a:latin typeface="Aptos"/>
              </a:defRPr>
            </a:pPr>
            <a:r>
              <a:t>Blog content is often prepared manually using text editors or general-purpose writing tools.</a:t>
            </a:r>
          </a:p>
          <a:p>
            <a:pPr>
              <a:spcAft>
                <a:spcPts val="1500"/>
              </a:spcAft>
              <a:defRPr sz="2100">
                <a:solidFill>
                  <a:srgbClr val="26303E"/>
                </a:solidFill>
                <a:latin typeface="Aptos"/>
              </a:defRPr>
            </a:pPr>
            <a:r>
              <a:t>Content may be copied between different applications before it is stored or published.</a:t>
            </a:r>
          </a:p>
          <a:p>
            <a:pPr>
              <a:spcAft>
                <a:spcPts val="1500"/>
              </a:spcAft>
              <a:defRPr sz="2100">
                <a:solidFill>
                  <a:srgbClr val="26303E"/>
                </a:solidFill>
                <a:latin typeface="Aptos"/>
              </a:defRPr>
            </a:pPr>
            <a:r>
              <a:t>Separate tools can make the workflow less organized.</a:t>
            </a:r>
          </a:p>
          <a:p>
            <a:pPr>
              <a:spcAft>
                <a:spcPts val="1500"/>
              </a:spcAft>
              <a:defRPr sz="2100">
                <a:solidFill>
                  <a:srgbClr val="26303E"/>
                </a:solidFill>
                <a:latin typeface="Aptos"/>
              </a:defRPr>
            </a:pPr>
            <a:r>
              <a:t>Limitations: time-consuming drafting, repeated manual work, and scattered content records.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2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l"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6. Proposed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C7D"/>
                </a:solidFill>
                <a:latin typeface="Aptos"/>
              </a:defRPr>
            </a:pPr>
            <a:r>
              <a:t>AI BlogNest – API  |  Project Presentation                                        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789920" cy="5029200"/>
          </a:xfrm>
          <a:prstGeom prst="rect">
            <a:avLst/>
          </a:prstGeom>
          <a:noFill/>
        </p:spPr>
        <p:txBody>
          <a:bodyPr wrap="square" lIns="137160" tIns="91440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26303E"/>
                </a:solidFill>
                <a:latin typeface="Aptos"/>
              </a:defRPr>
            </a:pPr>
            <a:r>
              <a:t>The user enters a topic through the web interface.</a:t>
            </a:r>
          </a:p>
          <a:p>
            <a:pPr>
              <a:spcAft>
                <a:spcPts val="1500"/>
              </a:spcAft>
              <a:defRPr sz="2100">
                <a:solidFill>
                  <a:srgbClr val="26303E"/>
                </a:solidFill>
                <a:latin typeface="Aptos"/>
              </a:defRPr>
            </a:pPr>
            <a:r>
              <a:t>The frontend sends a request to the Express API.</a:t>
            </a:r>
          </a:p>
          <a:p>
            <a:pPr>
              <a:spcAft>
                <a:spcPts val="1500"/>
              </a:spcAft>
              <a:defRPr sz="2100">
                <a:solidFill>
                  <a:srgbClr val="26303E"/>
                </a:solidFill>
                <a:latin typeface="Aptos"/>
              </a:defRPr>
            </a:pPr>
            <a:r>
              <a:t>The API processes the request and connects to the configured AI service.</a:t>
            </a:r>
          </a:p>
          <a:p>
            <a:pPr>
              <a:spcAft>
                <a:spcPts val="1500"/>
              </a:spcAft>
              <a:defRPr sz="2100">
                <a:solidFill>
                  <a:srgbClr val="26303E"/>
                </a:solidFill>
                <a:latin typeface="Aptos"/>
              </a:defRPr>
            </a:pPr>
            <a:r>
              <a:t>The generated title and content are returned to the interface.</a:t>
            </a:r>
          </a:p>
          <a:p>
            <a:pPr>
              <a:spcAft>
                <a:spcPts val="1500"/>
              </a:spcAft>
              <a:defRPr sz="2100">
                <a:solidFill>
                  <a:srgbClr val="26303E"/>
                </a:solidFill>
                <a:latin typeface="Aptos"/>
              </a:defRPr>
            </a:pPr>
            <a:r>
              <a:t>Users can save blog records to MongoDB and retrieve them later.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2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l"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7. Technologies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C7D"/>
                </a:solidFill>
                <a:latin typeface="Aptos"/>
              </a:defRPr>
            </a:pPr>
            <a:r>
              <a:t>AI BlogNest – API  |  Project Presentation                                        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789920" cy="5029200"/>
          </a:xfrm>
          <a:prstGeom prst="rect">
            <a:avLst/>
          </a:prstGeom>
          <a:noFill/>
        </p:spPr>
        <p:txBody>
          <a:bodyPr wrap="square" lIns="137160" tIns="91440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26303E"/>
                </a:solidFill>
                <a:latin typeface="Aptos"/>
              </a:defRPr>
            </a:pPr>
            <a:r>
              <a:t>Frontend: HTML, CSS, and JavaScript.</a:t>
            </a:r>
          </a:p>
          <a:p>
            <a:pPr>
              <a:spcAft>
                <a:spcPts val="1500"/>
              </a:spcAft>
              <a:defRPr sz="2100">
                <a:solidFill>
                  <a:srgbClr val="26303E"/>
                </a:solidFill>
                <a:latin typeface="Aptos"/>
              </a:defRPr>
            </a:pPr>
            <a:r>
              <a:t>Backend: Node.js and Express.js.</a:t>
            </a:r>
          </a:p>
          <a:p>
            <a:pPr>
              <a:spcAft>
                <a:spcPts val="1500"/>
              </a:spcAft>
              <a:defRPr sz="2100">
                <a:solidFill>
                  <a:srgbClr val="26303E"/>
                </a:solidFill>
                <a:latin typeface="Aptos"/>
              </a:defRPr>
            </a:pPr>
            <a:r>
              <a:t>Database: MongoDB with Mongoose.</a:t>
            </a:r>
          </a:p>
          <a:p>
            <a:pPr>
              <a:spcAft>
                <a:spcPts val="1500"/>
              </a:spcAft>
              <a:defRPr sz="2100">
                <a:solidFill>
                  <a:srgbClr val="26303E"/>
                </a:solidFill>
                <a:latin typeface="Aptos"/>
              </a:defRPr>
            </a:pPr>
            <a:r>
              <a:t>AI integration: OpenAI API (when configured with a valid API key).</a:t>
            </a:r>
          </a:p>
          <a:p>
            <a:pPr>
              <a:spcAft>
                <a:spcPts val="1500"/>
              </a:spcAft>
              <a:defRPr sz="2100">
                <a:solidFill>
                  <a:srgbClr val="26303E"/>
                </a:solidFill>
                <a:latin typeface="Aptos"/>
              </a:defRPr>
            </a:pPr>
            <a:r>
              <a:t>Development tools: Visual Studio Code, npm, and a web browser.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2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l"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8.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C7D"/>
                </a:solidFill>
                <a:latin typeface="Aptos"/>
              </a:defRPr>
            </a:pPr>
            <a:r>
              <a:t>AI BlogNest – API  |  Project Presentation                                         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2148840" cy="1051560"/>
          </a:xfrm>
          <a:prstGeom prst="roundRect">
            <a:avLst/>
          </a:prstGeom>
          <a:solidFill>
            <a:srgbClr val="182D5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User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6120" y="1920240"/>
            <a:ext cx="2331720" cy="1051560"/>
          </a:xfrm>
          <a:prstGeom prst="roundRect">
            <a:avLst/>
          </a:prstGeom>
          <a:solidFill>
            <a:srgbClr val="2A68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Frontend</a:t>
            </a:r>
            <a:br/>
            <a:r>
              <a:t>HTML / CSS / JS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1920240"/>
            <a:ext cx="2331720" cy="1051560"/>
          </a:xfrm>
          <a:prstGeom prst="roundRect">
            <a:avLst/>
          </a:prstGeom>
          <a:solidFill>
            <a:srgbClr val="229D9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Backend API</a:t>
            </a:r>
            <a:br/>
            <a:r>
              <a:t>Node.js / Express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15400" y="1234440"/>
            <a:ext cx="2423160" cy="1051560"/>
          </a:xfrm>
          <a:prstGeom prst="roundRect">
            <a:avLst/>
          </a:prstGeom>
          <a:solidFill>
            <a:srgbClr val="2A68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AI Service</a:t>
            </a:r>
            <a:br/>
            <a:r>
              <a:t>OpenAI API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15400" y="2834640"/>
            <a:ext cx="2423160" cy="1051560"/>
          </a:xfrm>
          <a:prstGeom prst="roundRect">
            <a:avLst/>
          </a:prstGeom>
          <a:solidFill>
            <a:srgbClr val="182D5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Database</a:t>
            </a:r>
            <a:br/>
            <a:r>
              <a:t>MongoDB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88920" y="2441448"/>
            <a:ext cx="457200" cy="0"/>
          </a:xfrm>
          <a:prstGeom prst="line">
            <a:avLst/>
          </a:prstGeom>
          <a:ln w="25400">
            <a:solidFill>
              <a:srgbClr val="2630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577840" y="2441448"/>
            <a:ext cx="502920" cy="0"/>
          </a:xfrm>
          <a:prstGeom prst="line">
            <a:avLst/>
          </a:prstGeom>
          <a:ln w="25400">
            <a:solidFill>
              <a:srgbClr val="2630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8412480" y="1755648"/>
            <a:ext cx="502920" cy="438912"/>
          </a:xfrm>
          <a:prstGeom prst="line">
            <a:avLst/>
          </a:prstGeom>
          <a:ln w="25400">
            <a:solidFill>
              <a:srgbClr val="2630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412480" y="2697480"/>
            <a:ext cx="502920" cy="640080"/>
          </a:xfrm>
          <a:prstGeom prst="line">
            <a:avLst/>
          </a:prstGeom>
          <a:ln w="25400">
            <a:solidFill>
              <a:srgbClr val="2630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14400" y="4754880"/>
            <a:ext cx="10241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26303E"/>
                </a:solidFill>
                <a:latin typeface="Aptos"/>
              </a:defRPr>
            </a:pPr>
            <a:r>
              <a:t>Requests flow from the user interface to the API; the API coordinates AI generation and database operations.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2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l"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9. Modules Description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C7D"/>
                </a:solidFill>
                <a:latin typeface="Aptos"/>
              </a:defRPr>
            </a:pPr>
            <a:r>
              <a:t>AI BlogNest – API  |  Project Presentation                                        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789920" cy="5029200"/>
          </a:xfrm>
          <a:prstGeom prst="rect">
            <a:avLst/>
          </a:prstGeom>
          <a:noFill/>
        </p:spPr>
        <p:txBody>
          <a:bodyPr wrap="square" lIns="137160" tIns="91440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26303E"/>
                </a:solidFill>
                <a:latin typeface="Aptos"/>
              </a:defRPr>
            </a:pPr>
            <a:r>
              <a:t>User Interface Module: collects the topic and displays the generated draft.</a:t>
            </a:r>
          </a:p>
          <a:p>
            <a:pPr>
              <a:spcAft>
                <a:spcPts val="1500"/>
              </a:spcAft>
              <a:defRPr sz="1900">
                <a:solidFill>
                  <a:srgbClr val="26303E"/>
                </a:solidFill>
                <a:latin typeface="Aptos"/>
              </a:defRPr>
            </a:pPr>
            <a:r>
              <a:t>Blog Generation Module: receives the topic and requests content generation.</a:t>
            </a:r>
          </a:p>
          <a:p>
            <a:pPr>
              <a:spcAft>
                <a:spcPts val="1500"/>
              </a:spcAft>
              <a:defRPr sz="1900">
                <a:solidFill>
                  <a:srgbClr val="26303E"/>
                </a:solidFill>
                <a:latin typeface="Aptos"/>
              </a:defRPr>
            </a:pPr>
            <a:r>
              <a:t>Blog Management Module: supports creating, viewing, updating, and deleting blog records.</a:t>
            </a:r>
          </a:p>
          <a:p>
            <a:pPr>
              <a:spcAft>
                <a:spcPts val="1500"/>
              </a:spcAft>
              <a:defRPr sz="1900">
                <a:solidFill>
                  <a:srgbClr val="26303E"/>
                </a:solidFill>
                <a:latin typeface="Aptos"/>
              </a:defRPr>
            </a:pPr>
            <a:r>
              <a:t>Database Module: stores blog title, content, author, and creation details.</a:t>
            </a:r>
          </a:p>
          <a:p>
            <a:pPr>
              <a:spcAft>
                <a:spcPts val="1500"/>
              </a:spcAft>
              <a:defRPr sz="1900">
                <a:solidFill>
                  <a:srgbClr val="26303E"/>
                </a:solidFill>
                <a:latin typeface="Aptos"/>
              </a:defRPr>
            </a:pPr>
            <a:r>
              <a:t>API Response Module: returns structured JSON responses and error messages.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2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l"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10. System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C7D"/>
                </a:solidFill>
                <a:latin typeface="Aptos"/>
              </a:defRPr>
            </a:pPr>
            <a:r>
              <a:t>AI BlogNest – API  |  Project Presentation                                        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789920" cy="5029200"/>
          </a:xfrm>
          <a:prstGeom prst="rect">
            <a:avLst/>
          </a:prstGeom>
          <a:noFill/>
        </p:spPr>
        <p:txBody>
          <a:bodyPr wrap="square" lIns="137160" tIns="91440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26303E"/>
                </a:solidFill>
                <a:latin typeface="Aptos"/>
              </a:defRPr>
            </a:pPr>
            <a:r>
              <a:t>The Express server is configured with JSON parsing and CORS middleware.</a:t>
            </a:r>
          </a:p>
          <a:p>
            <a:pPr>
              <a:spcAft>
                <a:spcPts val="1500"/>
              </a:spcAft>
              <a:defRPr sz="1900">
                <a:solidFill>
                  <a:srgbClr val="26303E"/>
                </a:solidFill>
                <a:latin typeface="Aptos"/>
              </a:defRPr>
            </a:pPr>
            <a:r>
              <a:t>Blog routes are grouped under the /api/blogs endpoint.</a:t>
            </a:r>
          </a:p>
          <a:p>
            <a:pPr>
              <a:spcAft>
                <a:spcPts val="1500"/>
              </a:spcAft>
              <a:defRPr sz="1900">
                <a:solidFill>
                  <a:srgbClr val="26303E"/>
                </a:solidFill>
                <a:latin typeface="Aptos"/>
              </a:defRPr>
            </a:pPr>
            <a:r>
              <a:t>Mongoose connects the application to the MongoDB database.</a:t>
            </a:r>
          </a:p>
          <a:p>
            <a:pPr>
              <a:spcAft>
                <a:spcPts val="1500"/>
              </a:spcAft>
              <a:defRPr sz="1900">
                <a:solidFill>
                  <a:srgbClr val="26303E"/>
                </a:solidFill>
                <a:latin typeface="Aptos"/>
              </a:defRPr>
            </a:pPr>
            <a:r>
              <a:t>The frontend sends HTTP requests to the backend using JavaScript fetch().</a:t>
            </a:r>
          </a:p>
          <a:p>
            <a:pPr>
              <a:spcAft>
                <a:spcPts val="1500"/>
              </a:spcAft>
              <a:defRPr sz="1900">
                <a:solidFill>
                  <a:srgbClr val="26303E"/>
                </a:solidFill>
                <a:latin typeface="Aptos"/>
              </a:defRPr>
            </a:pPr>
            <a:r>
              <a:t>For live AI generation, configure a valid API key securely in an environment file.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2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l"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11. API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C7D"/>
                </a:solidFill>
                <a:latin typeface="Aptos"/>
              </a:defRPr>
            </a:pPr>
            <a:r>
              <a:t>AI BlogNest – API  |  Project Presentation                                        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789920" cy="5029200"/>
          </a:xfrm>
          <a:prstGeom prst="rect">
            <a:avLst/>
          </a:prstGeom>
          <a:noFill/>
        </p:spPr>
        <p:txBody>
          <a:bodyPr wrap="square" lIns="137160" tIns="91440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26303E"/>
                </a:solidFill>
                <a:latin typeface="Aptos"/>
              </a:defRPr>
            </a:pPr>
            <a:r>
              <a:t>POST /api/blogs/generate-blog — request a blog draft for a topic.</a:t>
            </a:r>
          </a:p>
          <a:p>
            <a:pPr>
              <a:spcAft>
                <a:spcPts val="1500"/>
              </a:spcAft>
              <a:defRPr sz="1800">
                <a:solidFill>
                  <a:srgbClr val="26303E"/>
                </a:solidFill>
                <a:latin typeface="Aptos"/>
              </a:defRPr>
            </a:pPr>
            <a:r>
              <a:t>POST /api/blogs/save-blog — save a generated blog record.</a:t>
            </a:r>
          </a:p>
          <a:p>
            <a:pPr>
              <a:spcAft>
                <a:spcPts val="1500"/>
              </a:spcAft>
              <a:defRPr sz="1800">
                <a:solidFill>
                  <a:srgbClr val="26303E"/>
                </a:solidFill>
                <a:latin typeface="Aptos"/>
              </a:defRPr>
            </a:pPr>
            <a:r>
              <a:t>GET /api/blogs — retrieve stored blog records.</a:t>
            </a:r>
          </a:p>
          <a:p>
            <a:pPr>
              <a:spcAft>
                <a:spcPts val="1500"/>
              </a:spcAft>
              <a:defRPr sz="1800">
                <a:solidFill>
                  <a:srgbClr val="26303E"/>
                </a:solidFill>
                <a:latin typeface="Aptos"/>
              </a:defRPr>
            </a:pPr>
            <a:r>
              <a:t>GET /api/blogs/:id — retrieve one blog by its ID.</a:t>
            </a:r>
          </a:p>
          <a:p>
            <a:pPr>
              <a:spcAft>
                <a:spcPts val="1500"/>
              </a:spcAft>
              <a:defRPr sz="1800">
                <a:solidFill>
                  <a:srgbClr val="26303E"/>
                </a:solidFill>
                <a:latin typeface="Aptos"/>
              </a:defRPr>
            </a:pPr>
            <a:r>
              <a:t>PUT /api/blogs/:id and DELETE /api/blogs/:id — update or remove a blog.</a:t>
            </a:r>
          </a:p>
          <a:p>
            <a:pPr>
              <a:spcAft>
                <a:spcPts val="1500"/>
              </a:spcAft>
              <a:defRPr sz="1800">
                <a:solidFill>
                  <a:srgbClr val="26303E"/>
                </a:solidFill>
                <a:latin typeface="Aptos"/>
              </a:defRPr>
            </a:pPr>
            <a:r>
              <a:t>Exact route names should match the routes implemented in the project.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2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l"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12. 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C7D"/>
                </a:solidFill>
                <a:latin typeface="Aptos"/>
              </a:defRPr>
            </a:pPr>
            <a:r>
              <a:t>AI BlogNest – API  |  Project Presentation                                        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789920" cy="5029200"/>
          </a:xfrm>
          <a:prstGeom prst="rect">
            <a:avLst/>
          </a:prstGeom>
          <a:noFill/>
        </p:spPr>
        <p:txBody>
          <a:bodyPr wrap="square" lIns="137160" tIns="91440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26303E"/>
                </a:solidFill>
                <a:latin typeface="Aptos"/>
              </a:defRPr>
            </a:pPr>
            <a:r>
              <a:t>Reduces the effort required to prepare a first draft.</a:t>
            </a:r>
          </a:p>
          <a:p>
            <a:pPr>
              <a:spcAft>
                <a:spcPts val="1500"/>
              </a:spcAft>
              <a:defRPr sz="2100">
                <a:solidFill>
                  <a:srgbClr val="26303E"/>
                </a:solidFill>
                <a:latin typeface="Aptos"/>
              </a:defRPr>
            </a:pPr>
            <a:r>
              <a:t>Keeps blog content organized in a central database.</a:t>
            </a:r>
          </a:p>
          <a:p>
            <a:pPr>
              <a:spcAft>
                <a:spcPts val="1500"/>
              </a:spcAft>
              <a:defRPr sz="2100">
                <a:solidFill>
                  <a:srgbClr val="26303E"/>
                </a:solidFill>
                <a:latin typeface="Aptos"/>
              </a:defRPr>
            </a:pPr>
            <a:r>
              <a:t>Separates frontend, backend, AI integration, and database responsibilities.</a:t>
            </a:r>
          </a:p>
          <a:p>
            <a:pPr>
              <a:spcAft>
                <a:spcPts val="1500"/>
              </a:spcAft>
              <a:defRPr sz="2100">
                <a:solidFill>
                  <a:srgbClr val="26303E"/>
                </a:solidFill>
                <a:latin typeface="Aptos"/>
              </a:defRPr>
            </a:pPr>
            <a:r>
              <a:t>REST API routes make the application easier to extend and test.</a:t>
            </a:r>
          </a:p>
          <a:p>
            <a:pPr>
              <a:spcAft>
                <a:spcPts val="1500"/>
              </a:spcAft>
              <a:defRPr sz="2100">
                <a:solidFill>
                  <a:srgbClr val="26303E"/>
                </a:solidFill>
                <a:latin typeface="Aptos"/>
              </a:defRPr>
            </a:pPr>
            <a:r>
              <a:t>Can be enhanced for different content styles and publishing workflows.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2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l"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13. 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C7D"/>
                </a:solidFill>
                <a:latin typeface="Aptos"/>
              </a:defRPr>
            </a:pPr>
            <a:r>
              <a:t>AI BlogNest – API  |  Project Presentation                                        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789920" cy="5029200"/>
          </a:xfrm>
          <a:prstGeom prst="rect">
            <a:avLst/>
          </a:prstGeom>
          <a:noFill/>
        </p:spPr>
        <p:txBody>
          <a:bodyPr wrap="square" lIns="137160" tIns="91440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26303E"/>
                </a:solidFill>
                <a:latin typeface="Aptos"/>
              </a:defRPr>
            </a:pPr>
            <a:r>
              <a:t>Add user registration, login, and role-based access.</a:t>
            </a:r>
          </a:p>
          <a:p>
            <a:pPr>
              <a:spcAft>
                <a:spcPts val="1500"/>
              </a:spcAft>
              <a:defRPr sz="2000">
                <a:solidFill>
                  <a:srgbClr val="26303E"/>
                </a:solidFill>
                <a:latin typeface="Aptos"/>
              </a:defRPr>
            </a:pPr>
            <a:r>
              <a:t>Provide tone, language, length, and keyword options.</a:t>
            </a:r>
          </a:p>
          <a:p>
            <a:pPr>
              <a:spcAft>
                <a:spcPts val="1500"/>
              </a:spcAft>
              <a:defRPr sz="2000">
                <a:solidFill>
                  <a:srgbClr val="26303E"/>
                </a:solidFill>
                <a:latin typeface="Aptos"/>
              </a:defRPr>
            </a:pPr>
            <a:r>
              <a:t>Add a rich-text editor and draft preview.</a:t>
            </a:r>
          </a:p>
          <a:p>
            <a:pPr>
              <a:spcAft>
                <a:spcPts val="1500"/>
              </a:spcAft>
              <a:defRPr sz="2000">
                <a:solidFill>
                  <a:srgbClr val="26303E"/>
                </a:solidFill>
                <a:latin typeface="Aptos"/>
              </a:defRPr>
            </a:pPr>
            <a:r>
              <a:t>Support export to PDF or DOCX and direct publishing integrations.</a:t>
            </a:r>
          </a:p>
          <a:p>
            <a:pPr>
              <a:spcAft>
                <a:spcPts val="1500"/>
              </a:spcAft>
              <a:defRPr sz="2000">
                <a:solidFill>
                  <a:srgbClr val="26303E"/>
                </a:solidFill>
                <a:latin typeface="Aptos"/>
              </a:defRPr>
            </a:pPr>
            <a:r>
              <a:t>Add input validation, rate limiting, usage tracking, and stronger error handling.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2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l"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14.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C7D"/>
                </a:solidFill>
                <a:latin typeface="Aptos"/>
              </a:defRPr>
            </a:pPr>
            <a:r>
              <a:t>AI BlogNest – API  |  Project Presentation                                        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789920" cy="5029200"/>
          </a:xfrm>
          <a:prstGeom prst="rect">
            <a:avLst/>
          </a:prstGeom>
          <a:noFill/>
        </p:spPr>
        <p:txBody>
          <a:bodyPr wrap="square" lIns="137160" tIns="91440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26303E"/>
                </a:solidFill>
                <a:latin typeface="Aptos"/>
              </a:defRPr>
            </a:pPr>
            <a:r>
              <a:t>AI BlogNest – API demonstrates how AI-assisted content generation can be integrated into a web application.</a:t>
            </a:r>
          </a:p>
          <a:p>
            <a:pPr>
              <a:spcAft>
                <a:spcPts val="1500"/>
              </a:spcAft>
              <a:defRPr sz="2000">
                <a:solidFill>
                  <a:srgbClr val="26303E"/>
                </a:solidFill>
                <a:latin typeface="Aptos"/>
              </a:defRPr>
            </a:pPr>
            <a:r>
              <a:t>The project combines a JavaScript frontend, an Express backend, and MongoDB storage.</a:t>
            </a:r>
          </a:p>
          <a:p>
            <a:pPr>
              <a:spcAft>
                <a:spcPts val="1500"/>
              </a:spcAft>
              <a:defRPr sz="2000">
                <a:solidFill>
                  <a:srgbClr val="26303E"/>
                </a:solidFill>
                <a:latin typeface="Aptos"/>
              </a:defRPr>
            </a:pPr>
            <a:r>
              <a:t>It provides a practical base for generating and managing blog drafts through API endpoints.</a:t>
            </a:r>
          </a:p>
          <a:p>
            <a:pPr>
              <a:spcAft>
                <a:spcPts val="1500"/>
              </a:spcAft>
              <a:defRPr sz="2000">
                <a:solidFill>
                  <a:srgbClr val="26303E"/>
                </a:solidFill>
                <a:latin typeface="Aptos"/>
              </a:defRPr>
            </a:pPr>
            <a:r>
              <a:t>With secure configuration and further testing, the system can be expanded into a more complete content creation platform.</a:t>
            </a:r>
          </a:p>
          <a:p>
            <a:pPr>
              <a:spcAft>
                <a:spcPts val="1500"/>
              </a:spcAft>
              <a:defRPr sz="2000">
                <a:solidFill>
                  <a:srgbClr val="26303E"/>
                </a:solidFill>
                <a:latin typeface="Aptos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